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6152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ACCELERATOR  </a:t>
            </a:r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Paths to an AI-Ready Data Estate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75488" y="6766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repeatable engineering motion from estate discovery to validated modernization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296144" y="310896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10296144" y="31089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49240" cy="2697480"/>
          </a:xfrm>
          <a:prstGeom prst="rect">
            <a:avLst/>
          </a:prstGeom>
          <a:solidFill>
            <a:srgbClr val="EA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91440" cy="2697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ESTATE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572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DBAs + Platform Teams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aging SQL workloads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the right Azure target with an </a:t>
            </a:r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evidence-led migration plan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-&gt; Azure SQL / MI / VM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Success: workloads assessed, savings identified, migrations validated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32369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assets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1011326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74720"/>
            <a:ext cx="1011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34286" y="3474720"/>
            <a:ext cx="753466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4286" y="3474720"/>
            <a:ext cx="75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79192" y="3474720"/>
            <a:ext cx="1011326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3474720"/>
            <a:ext cx="1011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 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81958" y="3474720"/>
            <a:ext cx="66751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1958" y="3474720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803904"/>
            <a:ext cx="144109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803904"/>
            <a:ext cx="14410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1371600"/>
            <a:ext cx="5349240" cy="2697480"/>
          </a:xfrm>
          <a:prstGeom prst="rect">
            <a:avLst/>
          </a:prstGeom>
          <a:solidFill>
            <a:srgbClr val="E6F7F4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1371600"/>
            <a:ext cx="91440" cy="2697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0" name="Shape 28"/>
          <p:cNvSpPr/>
          <p:nvPr/>
        </p:nvSpPr>
        <p:spPr>
          <a:xfrm>
            <a:off x="6629400" y="1572768"/>
            <a:ext cx="2231136" cy="384048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57276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SYNAPSE -&gt; FABRIC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97696" y="157276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+ Analytics Teams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20482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Modernize warehouse, Spark, and pipeline workloads </a:t>
            </a:r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</a:t>
            </a:r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Fabric and OneLake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29400" y="2505456"/>
            <a:ext cx="4800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 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 -&gt; Mirror -&gt; Medallion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29400" y="2944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 </a:t>
            </a:r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Success: workloads migrated, time-to-value reduced, governed data reused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629400" y="3236976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236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outcome  </a:t>
            </a:r>
            <a:pPr indent="0" marL="0">
              <a:buNone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governed, analytics- and AI-ready data foundation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279392"/>
            <a:ext cx="5074920" cy="1691640"/>
          </a:xfrm>
          <a:prstGeom prst="rect">
            <a:avLst/>
          </a:prstGeom>
          <a:solidFill>
            <a:srgbClr val="F3F7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79392"/>
            <a:ext cx="9144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389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4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DELIVERY MOTION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4672" y="4700016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the estate and route each workload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Quantify TCO, savings, sizing, and payback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Deploy, migrate, reconcile, and govern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every decision explainable and reviewable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15000" y="4279392"/>
            <a:ext cx="2148840" cy="1691640"/>
          </a:xfrm>
          <a:prstGeom prst="roundRect">
            <a:avLst>
              <a:gd name="adj" fmla="val 5405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4279392"/>
            <a:ext cx="21488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4480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715000" y="4882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1-Day Workshop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715000" y="5230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enablement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852160" y="55046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labs: assessment through governed Gold data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4279392"/>
            <a:ext cx="3657600" cy="16916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50" name="Shape 48"/>
          <p:cNvSpPr/>
          <p:nvPr/>
        </p:nvSpPr>
        <p:spPr>
          <a:xfrm>
            <a:off x="8046720" y="4279392"/>
            <a:ext cx="91440" cy="16916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1" name="Text 49"/>
          <p:cNvSpPr/>
          <p:nvPr/>
        </p:nvSpPr>
        <p:spPr>
          <a:xfrm>
            <a:off x="8302752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B4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430768" y="4736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Nominate a technical owner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representative SQL and Synapse workloads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2-week assessment sprint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08990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Estate Modernization Accelerator  |  Assess -&gt; Decide -&gt; Migrate -&gt; Validate -&gt; Modernize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Estate Modernization Accelerator - Executive Overview</dc:title>
  <dc:subject>PptxGenJS Presentation</dc:subject>
  <dc:creator>pptxmotions</dc:creator>
  <cp:lastModifiedBy>pptxmotions</cp:lastModifiedBy>
  <cp:revision>1</cp:revision>
  <dcterms:created xsi:type="dcterms:W3CDTF">2026-09-20T09:24:12Z</dcterms:created>
  <dcterms:modified xsi:type="dcterms:W3CDTF">2026-09-20T09:24:12Z</dcterms:modified>
</cp:coreProperties>
</file>