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BUSINESS-CASE CALCULATOR  </a:t>
            </a:r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Turn Modernization Choices into an Investment Case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75488" y="6766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 Excel model for cost, savings, sizing, and payback conversations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332720" y="310896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0" y="310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49240" cy="2697480"/>
          </a:xfrm>
          <a:prstGeom prst="rect">
            <a:avLst/>
          </a:prstGeom>
          <a:solidFill>
            <a:srgbClr val="EA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91440" cy="2697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ECONOMICS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572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 vs. Migrate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on-premises renewal with Azure SQL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editable cost and discount assumptions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+ infrastructure + migration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result: $454K 3-year net savings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236976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Illustrative payback  </a:t>
            </a:r>
            <a:pPr indent="0" marL="0">
              <a:buNone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5.4 months on a 64-core, 20-database scenario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371600"/>
            <a:ext cx="5349240" cy="2697480"/>
          </a:xfrm>
          <a:prstGeom prst="rect">
            <a:avLst/>
          </a:prstGeom>
          <a:solidFill>
            <a:srgbClr val="E6F7F4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371600"/>
            <a:ext cx="91440" cy="2697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1572768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7276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ECONOMICS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87968" y="157276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Synapse -&gt; Fabric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Fabric capacity by workload, SKU, and utilization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committing to a target design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cost -&gt; SKU -&gt; CU utilization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result: $231K annual savings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29400" y="3236976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Scenario coverage  </a:t>
            </a:r>
            <a:pPr indent="0" marL="0">
              <a:buNone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Warehouse, Spark, and data integration workloads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5074920" cy="1691640"/>
          </a:xfrm>
          <a:prstGeom prst="rect">
            <a:avLst/>
          </a:prstGeom>
          <a:solidFill>
            <a:srgbClr val="F3F7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79392"/>
            <a:ext cx="9144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MODEL CONNECTS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" y="4700016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inventory and in-scope workload 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run cost, Azure benefits, and reservations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SKU, CU-hour price, and expected utilization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updates automatically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4279392"/>
            <a:ext cx="2148840" cy="1691640"/>
          </a:xfrm>
          <a:prstGeom prst="roundRect">
            <a:avLst>
              <a:gd name="adj" fmla="val 5405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15000" y="4279392"/>
            <a:ext cx="21488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715000" y="4882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Editable Excel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715000" y="5230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connected worksheets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52160" y="55046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| SQL TCO | Fabric SKUs | Workloads | Summary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0" y="4279392"/>
            <a:ext cx="365760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4279392"/>
            <a:ext cx="91440" cy="16916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2" name="Text 40"/>
          <p:cNvSpPr/>
          <p:nvPr/>
        </p:nvSpPr>
        <p:spPr>
          <a:xfrm>
            <a:off x="8302752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DISCOVERY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30768" y="4736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every yellow placeholder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pricing, sizing, and support assumptions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the scenario with finance and engineering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outputs only  |  Replace yellow cells with validated customer inputs and current Azure pricing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Estate Modernization Business-Case Calculator</dc:title>
  <dc:subject>PptxGenJS Presentation</dc:subject>
  <dc:creator>pptxmotions</dc:creator>
  <cp:lastModifiedBy>pptxmotions</cp:lastModifiedBy>
  <cp:revision>1</cp:revision>
  <dcterms:created xsi:type="dcterms:W3CDTF">2026-09-20T09:29:09Z</dcterms:created>
  <dcterms:modified xsi:type="dcterms:W3CDTF">2026-09-20T09:29:09Z</dcterms:modified>
</cp:coreProperties>
</file>